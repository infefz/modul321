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80BB87-EB11-4093-8E0A-A618CDCCF87B}" v="63" dt="2025-03-15T20:35:15.4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8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88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kas Müller" userId="48570500-65e9-4574-9d71-7dee887ace96" providerId="ADAL" clId="{7D80BB87-EB11-4093-8E0A-A618CDCCF87B}"/>
    <pc:docChg chg="undo custSel addSld modSld">
      <pc:chgData name="Lukas Müller" userId="48570500-65e9-4574-9d71-7dee887ace96" providerId="ADAL" clId="{7D80BB87-EB11-4093-8E0A-A618CDCCF87B}" dt="2025-03-15T20:35:55.857" v="483" actId="1076"/>
      <pc:docMkLst>
        <pc:docMk/>
      </pc:docMkLst>
      <pc:sldChg chg="addSp delSp modSp mod">
        <pc:chgData name="Lukas Müller" userId="48570500-65e9-4574-9d71-7dee887ace96" providerId="ADAL" clId="{7D80BB87-EB11-4093-8E0A-A618CDCCF87B}" dt="2025-03-15T20:35:55.857" v="483" actId="1076"/>
        <pc:sldMkLst>
          <pc:docMk/>
          <pc:sldMk cId="2150739333" sldId="256"/>
        </pc:sldMkLst>
        <pc:spChg chg="del">
          <ac:chgData name="Lukas Müller" userId="48570500-65e9-4574-9d71-7dee887ace96" providerId="ADAL" clId="{7D80BB87-EB11-4093-8E0A-A618CDCCF87B}" dt="2025-03-15T20:35:02.263" v="472" actId="478"/>
          <ac:spMkLst>
            <pc:docMk/>
            <pc:sldMk cId="2150739333" sldId="256"/>
            <ac:spMk id="26" creationId="{569E31A0-CE5E-CA88-F582-1958C4940938}"/>
          </ac:spMkLst>
        </pc:spChg>
        <pc:spChg chg="add mod">
          <ac:chgData name="Lukas Müller" userId="48570500-65e9-4574-9d71-7dee887ace96" providerId="ADAL" clId="{7D80BB87-EB11-4093-8E0A-A618CDCCF87B}" dt="2025-03-15T20:35:49.095" v="482" actId="14100"/>
          <ac:spMkLst>
            <pc:docMk/>
            <pc:sldMk cId="2150739333" sldId="256"/>
            <ac:spMk id="27" creationId="{D6E787D6-B75E-FC13-5EEB-D63F4915713D}"/>
          </ac:spMkLst>
        </pc:spChg>
        <pc:picChg chg="mod">
          <ac:chgData name="Lukas Müller" userId="48570500-65e9-4574-9d71-7dee887ace96" providerId="ADAL" clId="{7D80BB87-EB11-4093-8E0A-A618CDCCF87B}" dt="2025-03-15T20:35:55.857" v="483" actId="1076"/>
          <ac:picMkLst>
            <pc:docMk/>
            <pc:sldMk cId="2150739333" sldId="256"/>
            <ac:picMk id="5" creationId="{6A62DE80-01AD-2EE9-8132-F6B8E7495058}"/>
          </ac:picMkLst>
        </pc:picChg>
        <pc:picChg chg="del">
          <ac:chgData name="Lukas Müller" userId="48570500-65e9-4574-9d71-7dee887ace96" providerId="ADAL" clId="{7D80BB87-EB11-4093-8E0A-A618CDCCF87B}" dt="2025-03-15T20:35:11.005" v="475" actId="478"/>
          <ac:picMkLst>
            <pc:docMk/>
            <pc:sldMk cId="2150739333" sldId="256"/>
            <ac:picMk id="1026" creationId="{AE021D09-DAA4-2D44-4A58-A29A04820865}"/>
          </ac:picMkLst>
        </pc:picChg>
        <pc:picChg chg="mod">
          <ac:chgData name="Lukas Müller" userId="48570500-65e9-4574-9d71-7dee887ace96" providerId="ADAL" clId="{7D80BB87-EB11-4093-8E0A-A618CDCCF87B}" dt="2025-03-15T20:35:15.400" v="478" actId="1076"/>
          <ac:picMkLst>
            <pc:docMk/>
            <pc:sldMk cId="2150739333" sldId="256"/>
            <ac:picMk id="1042" creationId="{420CCC64-63EC-BB20-E297-4D641FD16145}"/>
          </ac:picMkLst>
        </pc:picChg>
        <pc:picChg chg="del">
          <ac:chgData name="Lukas Müller" userId="48570500-65e9-4574-9d71-7dee887ace96" providerId="ADAL" clId="{7D80BB87-EB11-4093-8E0A-A618CDCCF87B}" dt="2025-03-15T20:35:12.700" v="477" actId="478"/>
          <ac:picMkLst>
            <pc:docMk/>
            <pc:sldMk cId="2150739333" sldId="256"/>
            <ac:picMk id="1046" creationId="{581F2F94-84A8-0ABD-23BE-3808A8387EA1}"/>
          </ac:picMkLst>
        </pc:picChg>
        <pc:picChg chg="del">
          <ac:chgData name="Lukas Müller" userId="48570500-65e9-4574-9d71-7dee887ace96" providerId="ADAL" clId="{7D80BB87-EB11-4093-8E0A-A618CDCCF87B}" dt="2025-03-15T20:35:11.748" v="476" actId="478"/>
          <ac:picMkLst>
            <pc:docMk/>
            <pc:sldMk cId="2150739333" sldId="256"/>
            <ac:picMk id="1048" creationId="{80D2854D-BB1A-DCA6-C6BD-BEBCF9E5BF78}"/>
          </ac:picMkLst>
        </pc:picChg>
        <pc:picChg chg="del">
          <ac:chgData name="Lukas Müller" userId="48570500-65e9-4574-9d71-7dee887ace96" providerId="ADAL" clId="{7D80BB87-EB11-4093-8E0A-A618CDCCF87B}" dt="2025-03-15T20:35:10.116" v="474" actId="478"/>
          <ac:picMkLst>
            <pc:docMk/>
            <pc:sldMk cId="2150739333" sldId="256"/>
            <ac:picMk id="1050" creationId="{C3DE8B7F-0566-45E4-A6B7-7A17DB71D80E}"/>
          </ac:picMkLst>
        </pc:picChg>
      </pc:sldChg>
      <pc:sldChg chg="addSp delSp modSp mod">
        <pc:chgData name="Lukas Müller" userId="48570500-65e9-4574-9d71-7dee887ace96" providerId="ADAL" clId="{7D80BB87-EB11-4093-8E0A-A618CDCCF87B}" dt="2025-03-15T20:34:44.562" v="470" actId="1076"/>
        <pc:sldMkLst>
          <pc:docMk/>
          <pc:sldMk cId="130175537" sldId="257"/>
        </pc:sldMkLst>
        <pc:spChg chg="add mod">
          <ac:chgData name="Lukas Müller" userId="48570500-65e9-4574-9d71-7dee887ace96" providerId="ADAL" clId="{7D80BB87-EB11-4093-8E0A-A618CDCCF87B}" dt="2025-03-15T20:34:11.897" v="467" actId="1076"/>
          <ac:spMkLst>
            <pc:docMk/>
            <pc:sldMk cId="130175537" sldId="257"/>
            <ac:spMk id="9" creationId="{2C5B8B9A-5CBF-12D4-8FCF-D850A53B833B}"/>
          </ac:spMkLst>
        </pc:spChg>
        <pc:spChg chg="add mod">
          <ac:chgData name="Lukas Müller" userId="48570500-65e9-4574-9d71-7dee887ace96" providerId="ADAL" clId="{7D80BB87-EB11-4093-8E0A-A618CDCCF87B}" dt="2025-03-15T20:34:24.192" v="468"/>
          <ac:spMkLst>
            <pc:docMk/>
            <pc:sldMk cId="130175537" sldId="257"/>
            <ac:spMk id="10" creationId="{0EA80A94-CCB5-2A88-E359-0574A7B1B5C4}"/>
          </ac:spMkLst>
        </pc:spChg>
        <pc:spChg chg="del">
          <ac:chgData name="Lukas Müller" userId="48570500-65e9-4574-9d71-7dee887ace96" providerId="ADAL" clId="{7D80BB87-EB11-4093-8E0A-A618CDCCF87B}" dt="2025-03-15T20:33:49.151" v="462" actId="478"/>
          <ac:spMkLst>
            <pc:docMk/>
            <pc:sldMk cId="130175537" sldId="257"/>
            <ac:spMk id="26" creationId="{2A3777BA-20E7-8E53-D2B1-AD76A0042C35}"/>
          </ac:spMkLst>
        </pc:spChg>
        <pc:picChg chg="del">
          <ac:chgData name="Lukas Müller" userId="48570500-65e9-4574-9d71-7dee887ace96" providerId="ADAL" clId="{7D80BB87-EB11-4093-8E0A-A618CDCCF87B}" dt="2025-03-15T20:33:56.583" v="466" actId="478"/>
          <ac:picMkLst>
            <pc:docMk/>
            <pc:sldMk cId="130175537" sldId="257"/>
            <ac:picMk id="1026" creationId="{17E96185-69FB-44EC-9C5F-22150C5DE56B}"/>
          </ac:picMkLst>
        </pc:picChg>
        <pc:picChg chg="mod">
          <ac:chgData name="Lukas Müller" userId="48570500-65e9-4574-9d71-7dee887ace96" providerId="ADAL" clId="{7D80BB87-EB11-4093-8E0A-A618CDCCF87B}" dt="2025-03-15T20:34:44.562" v="470" actId="1076"/>
          <ac:picMkLst>
            <pc:docMk/>
            <pc:sldMk cId="130175537" sldId="257"/>
            <ac:picMk id="1042" creationId="{25C59A39-1C02-674F-E8BF-CDE429BA6F6B}"/>
          </ac:picMkLst>
        </pc:picChg>
        <pc:picChg chg="del">
          <ac:chgData name="Lukas Müller" userId="48570500-65e9-4574-9d71-7dee887ace96" providerId="ADAL" clId="{7D80BB87-EB11-4093-8E0A-A618CDCCF87B}" dt="2025-03-15T20:33:54.966" v="464" actId="478"/>
          <ac:picMkLst>
            <pc:docMk/>
            <pc:sldMk cId="130175537" sldId="257"/>
            <ac:picMk id="1046" creationId="{2C846FBE-39F1-FADC-41AF-B01E63EFB3AD}"/>
          </ac:picMkLst>
        </pc:picChg>
        <pc:picChg chg="del">
          <ac:chgData name="Lukas Müller" userId="48570500-65e9-4574-9d71-7dee887ace96" providerId="ADAL" clId="{7D80BB87-EB11-4093-8E0A-A618CDCCF87B}" dt="2025-03-15T20:33:55.843" v="465" actId="478"/>
          <ac:picMkLst>
            <pc:docMk/>
            <pc:sldMk cId="130175537" sldId="257"/>
            <ac:picMk id="1048" creationId="{28803A2C-4363-0B6F-CEE9-7D9BD46FC78B}"/>
          </ac:picMkLst>
        </pc:picChg>
      </pc:sldChg>
      <pc:sldChg chg="addSp delSp modSp add mod">
        <pc:chgData name="Lukas Müller" userId="48570500-65e9-4574-9d71-7dee887ace96" providerId="ADAL" clId="{7D80BB87-EB11-4093-8E0A-A618CDCCF87B}" dt="2025-03-15T20:33:17.974" v="461" actId="1076"/>
        <pc:sldMkLst>
          <pc:docMk/>
          <pc:sldMk cId="3971579062" sldId="258"/>
        </pc:sldMkLst>
        <pc:spChg chg="mod">
          <ac:chgData name="Lukas Müller" userId="48570500-65e9-4574-9d71-7dee887ace96" providerId="ADAL" clId="{7D80BB87-EB11-4093-8E0A-A618CDCCF87B}" dt="2025-03-15T20:28:35.359" v="394" actId="1076"/>
          <ac:spMkLst>
            <pc:docMk/>
            <pc:sldMk cId="3971579062" sldId="258"/>
            <ac:spMk id="2" creationId="{45997842-8DEB-AFB7-9F97-162CCB77041F}"/>
          </ac:spMkLst>
        </pc:spChg>
        <pc:spChg chg="mod">
          <ac:chgData name="Lukas Müller" userId="48570500-65e9-4574-9d71-7dee887ace96" providerId="ADAL" clId="{7D80BB87-EB11-4093-8E0A-A618CDCCF87B}" dt="2025-03-15T20:22:43.761" v="310" actId="1076"/>
          <ac:spMkLst>
            <pc:docMk/>
            <pc:sldMk cId="3971579062" sldId="258"/>
            <ac:spMk id="6" creationId="{8D1DF9CD-8C56-D901-1E5E-791E3411593E}"/>
          </ac:spMkLst>
        </pc:spChg>
        <pc:spChg chg="mod">
          <ac:chgData name="Lukas Müller" userId="48570500-65e9-4574-9d71-7dee887ace96" providerId="ADAL" clId="{7D80BB87-EB11-4093-8E0A-A618CDCCF87B}" dt="2025-03-15T20:22:43.761" v="310" actId="1076"/>
          <ac:spMkLst>
            <pc:docMk/>
            <pc:sldMk cId="3971579062" sldId="258"/>
            <ac:spMk id="7" creationId="{FEB935C4-F72B-A4EF-5BCA-129B7B7AF7B2}"/>
          </ac:spMkLst>
        </pc:spChg>
        <pc:spChg chg="mod">
          <ac:chgData name="Lukas Müller" userId="48570500-65e9-4574-9d71-7dee887ace96" providerId="ADAL" clId="{7D80BB87-EB11-4093-8E0A-A618CDCCF87B}" dt="2025-03-15T20:22:43.761" v="310" actId="1076"/>
          <ac:spMkLst>
            <pc:docMk/>
            <pc:sldMk cId="3971579062" sldId="258"/>
            <ac:spMk id="8" creationId="{1366C5DB-D7F3-B648-6B8B-52C1514C878E}"/>
          </ac:spMkLst>
        </pc:spChg>
        <pc:spChg chg="mod">
          <ac:chgData name="Lukas Müller" userId="48570500-65e9-4574-9d71-7dee887ace96" providerId="ADAL" clId="{7D80BB87-EB11-4093-8E0A-A618CDCCF87B}" dt="2025-03-15T20:32:58.733" v="460" actId="14100"/>
          <ac:spMkLst>
            <pc:docMk/>
            <pc:sldMk cId="3971579062" sldId="258"/>
            <ac:spMk id="26" creationId="{4A06DF24-45B8-8865-9309-3898C9531EBD}"/>
          </ac:spMkLst>
        </pc:spChg>
        <pc:spChg chg="add mod">
          <ac:chgData name="Lukas Müller" userId="48570500-65e9-4574-9d71-7dee887ace96" providerId="ADAL" clId="{7D80BB87-EB11-4093-8E0A-A618CDCCF87B}" dt="2025-03-15T20:27:55" v="388" actId="1076"/>
          <ac:spMkLst>
            <pc:docMk/>
            <pc:sldMk cId="3971579062" sldId="258"/>
            <ac:spMk id="37" creationId="{4D40F3A8-D7D7-921C-A706-A3F60455E2B0}"/>
          </ac:spMkLst>
        </pc:spChg>
        <pc:spChg chg="add mod">
          <ac:chgData name="Lukas Müller" userId="48570500-65e9-4574-9d71-7dee887ace96" providerId="ADAL" clId="{7D80BB87-EB11-4093-8E0A-A618CDCCF87B}" dt="2025-03-15T20:26:08.607" v="369" actId="20577"/>
          <ac:spMkLst>
            <pc:docMk/>
            <pc:sldMk cId="3971579062" sldId="258"/>
            <ac:spMk id="38" creationId="{8D6BE494-6789-A1D8-1023-BBAF68F5AE71}"/>
          </ac:spMkLst>
        </pc:spChg>
        <pc:spChg chg="add mod">
          <ac:chgData name="Lukas Müller" userId="48570500-65e9-4574-9d71-7dee887ace96" providerId="ADAL" clId="{7D80BB87-EB11-4093-8E0A-A618CDCCF87B}" dt="2025-03-15T20:30:13.125" v="437" actId="1076"/>
          <ac:spMkLst>
            <pc:docMk/>
            <pc:sldMk cId="3971579062" sldId="258"/>
            <ac:spMk id="46" creationId="{9A9CCC63-A613-FBBD-C348-1E5BCB811572}"/>
          </ac:spMkLst>
        </pc:spChg>
        <pc:picChg chg="mod">
          <ac:chgData name="Lukas Müller" userId="48570500-65e9-4574-9d71-7dee887ace96" providerId="ADAL" clId="{7D80BB87-EB11-4093-8E0A-A618CDCCF87B}" dt="2025-03-15T20:28:39.978" v="395" actId="1076"/>
          <ac:picMkLst>
            <pc:docMk/>
            <pc:sldMk cId="3971579062" sldId="258"/>
            <ac:picMk id="5" creationId="{502E7BDA-9610-4AFD-3166-31F5C129C937}"/>
          </ac:picMkLst>
        </pc:picChg>
        <pc:picChg chg="mod">
          <ac:chgData name="Lukas Müller" userId="48570500-65e9-4574-9d71-7dee887ace96" providerId="ADAL" clId="{7D80BB87-EB11-4093-8E0A-A618CDCCF87B}" dt="2025-03-15T20:24:22.905" v="337" actId="1076"/>
          <ac:picMkLst>
            <pc:docMk/>
            <pc:sldMk cId="3971579062" sldId="258"/>
            <ac:picMk id="11" creationId="{197C59AB-96E9-D63B-328A-EE2527CE5D68}"/>
          </ac:picMkLst>
        </pc:picChg>
        <pc:picChg chg="mod">
          <ac:chgData name="Lukas Müller" userId="48570500-65e9-4574-9d71-7dee887ace96" providerId="ADAL" clId="{7D80BB87-EB11-4093-8E0A-A618CDCCF87B}" dt="2025-03-15T20:24:20.157" v="336" actId="1076"/>
          <ac:picMkLst>
            <pc:docMk/>
            <pc:sldMk cId="3971579062" sldId="258"/>
            <ac:picMk id="12" creationId="{DE6B710F-7C63-0DB3-2E90-D5B68BDE997C}"/>
          </ac:picMkLst>
        </pc:picChg>
        <pc:picChg chg="mod">
          <ac:chgData name="Lukas Müller" userId="48570500-65e9-4574-9d71-7dee887ace96" providerId="ADAL" clId="{7D80BB87-EB11-4093-8E0A-A618CDCCF87B}" dt="2025-03-15T20:22:43.761" v="310" actId="1076"/>
          <ac:picMkLst>
            <pc:docMk/>
            <pc:sldMk cId="3971579062" sldId="258"/>
            <ac:picMk id="25" creationId="{04FBD791-7627-75A7-E213-35B69B3CF548}"/>
          </ac:picMkLst>
        </pc:picChg>
        <pc:picChg chg="add mod">
          <ac:chgData name="Lukas Müller" userId="48570500-65e9-4574-9d71-7dee887ace96" providerId="ADAL" clId="{7D80BB87-EB11-4093-8E0A-A618CDCCF87B}" dt="2025-03-15T20:24:15.407" v="335" actId="1076"/>
          <ac:picMkLst>
            <pc:docMk/>
            <pc:sldMk cId="3971579062" sldId="258"/>
            <ac:picMk id="40" creationId="{8D182E14-16E2-EEE7-55A8-29DF1BC2C879}"/>
          </ac:picMkLst>
        </pc:picChg>
        <pc:picChg chg="del">
          <ac:chgData name="Lukas Müller" userId="48570500-65e9-4574-9d71-7dee887ace96" providerId="ADAL" clId="{7D80BB87-EB11-4093-8E0A-A618CDCCF87B}" dt="2025-03-15T20:28:48.550" v="396" actId="478"/>
          <ac:picMkLst>
            <pc:docMk/>
            <pc:sldMk cId="3971579062" sldId="258"/>
            <ac:picMk id="1026" creationId="{C4615DC3-5168-E139-CF36-EF847F969336}"/>
          </ac:picMkLst>
        </pc:picChg>
        <pc:picChg chg="mod">
          <ac:chgData name="Lukas Müller" userId="48570500-65e9-4574-9d71-7dee887ace96" providerId="ADAL" clId="{7D80BB87-EB11-4093-8E0A-A618CDCCF87B}" dt="2025-03-15T20:22:43.761" v="310" actId="1076"/>
          <ac:picMkLst>
            <pc:docMk/>
            <pc:sldMk cId="3971579062" sldId="258"/>
            <ac:picMk id="1030" creationId="{4A2A1DE5-DD70-400E-442D-42D9592B952A}"/>
          </ac:picMkLst>
        </pc:picChg>
        <pc:picChg chg="mod">
          <ac:chgData name="Lukas Müller" userId="48570500-65e9-4574-9d71-7dee887ace96" providerId="ADAL" clId="{7D80BB87-EB11-4093-8E0A-A618CDCCF87B}" dt="2025-03-15T20:22:43.761" v="310" actId="1076"/>
          <ac:picMkLst>
            <pc:docMk/>
            <pc:sldMk cId="3971579062" sldId="258"/>
            <ac:picMk id="1036" creationId="{EE0434EC-6F3B-3B66-23BF-B1F1BDC8D9BB}"/>
          </ac:picMkLst>
        </pc:picChg>
        <pc:picChg chg="mod">
          <ac:chgData name="Lukas Müller" userId="48570500-65e9-4574-9d71-7dee887ace96" providerId="ADAL" clId="{7D80BB87-EB11-4093-8E0A-A618CDCCF87B}" dt="2025-03-15T20:24:25.172" v="338" actId="1076"/>
          <ac:picMkLst>
            <pc:docMk/>
            <pc:sldMk cId="3971579062" sldId="258"/>
            <ac:picMk id="1038" creationId="{2E7FFC32-4277-AD54-4C43-9E746301624A}"/>
          </ac:picMkLst>
        </pc:picChg>
        <pc:picChg chg="mod">
          <ac:chgData name="Lukas Müller" userId="48570500-65e9-4574-9d71-7dee887ace96" providerId="ADAL" clId="{7D80BB87-EB11-4093-8E0A-A618CDCCF87B}" dt="2025-03-15T20:33:17.974" v="461" actId="1076"/>
          <ac:picMkLst>
            <pc:docMk/>
            <pc:sldMk cId="3971579062" sldId="258"/>
            <ac:picMk id="1046" creationId="{D6154C58-FA1B-04FB-BC3B-513C0B17AC96}"/>
          </ac:picMkLst>
        </pc:picChg>
        <pc:picChg chg="mod">
          <ac:chgData name="Lukas Müller" userId="48570500-65e9-4574-9d71-7dee887ace96" providerId="ADAL" clId="{7D80BB87-EB11-4093-8E0A-A618CDCCF87B}" dt="2025-03-15T20:28:13.201" v="393" actId="1076"/>
          <ac:picMkLst>
            <pc:docMk/>
            <pc:sldMk cId="3971579062" sldId="258"/>
            <ac:picMk id="1048" creationId="{7E15CE70-FA85-D699-25AF-72A78D9FAA06}"/>
          </ac:picMkLst>
        </pc:picChg>
        <pc:picChg chg="mod">
          <ac:chgData name="Lukas Müller" userId="48570500-65e9-4574-9d71-7dee887ace96" providerId="ADAL" clId="{7D80BB87-EB11-4093-8E0A-A618CDCCF87B}" dt="2025-03-15T20:11:46.325" v="2" actId="1076"/>
          <ac:picMkLst>
            <pc:docMk/>
            <pc:sldMk cId="3971579062" sldId="258"/>
            <ac:picMk id="1050" creationId="{3D99C6F0-03D1-D9B8-0A7D-58B7E66B56EF}"/>
          </ac:picMkLst>
        </pc:picChg>
        <pc:picChg chg="mod">
          <ac:chgData name="Lukas Müller" userId="48570500-65e9-4574-9d71-7dee887ace96" providerId="ADAL" clId="{7D80BB87-EB11-4093-8E0A-A618CDCCF87B}" dt="2025-03-15T20:12:05.342" v="4" actId="1076"/>
          <ac:picMkLst>
            <pc:docMk/>
            <pc:sldMk cId="3971579062" sldId="258"/>
            <ac:picMk id="1052" creationId="{F7F110F6-99C4-6913-76CF-37D7CEA7C289}"/>
          </ac:picMkLst>
        </pc:picChg>
        <pc:picChg chg="mod">
          <ac:chgData name="Lukas Müller" userId="48570500-65e9-4574-9d71-7dee887ace96" providerId="ADAL" clId="{7D80BB87-EB11-4093-8E0A-A618CDCCF87B}" dt="2025-03-15T20:12:05.342" v="4" actId="1076"/>
          <ac:picMkLst>
            <pc:docMk/>
            <pc:sldMk cId="3971579062" sldId="258"/>
            <ac:picMk id="1054" creationId="{CE5CD71E-3127-9E16-8D34-70C27A29B0D4}"/>
          </ac:picMkLst>
        </pc:picChg>
        <pc:picChg chg="mod">
          <ac:chgData name="Lukas Müller" userId="48570500-65e9-4574-9d71-7dee887ace96" providerId="ADAL" clId="{7D80BB87-EB11-4093-8E0A-A618CDCCF87B}" dt="2025-03-15T20:12:05.342" v="4" actId="1076"/>
          <ac:picMkLst>
            <pc:docMk/>
            <pc:sldMk cId="3971579062" sldId="258"/>
            <ac:picMk id="1056" creationId="{596E520F-72DA-D220-7D41-631B210FABAA}"/>
          </ac:picMkLst>
        </pc:picChg>
        <pc:picChg chg="mod">
          <ac:chgData name="Lukas Müller" userId="48570500-65e9-4574-9d71-7dee887ace96" providerId="ADAL" clId="{7D80BB87-EB11-4093-8E0A-A618CDCCF87B}" dt="2025-03-15T20:12:05.342" v="4" actId="1076"/>
          <ac:picMkLst>
            <pc:docMk/>
            <pc:sldMk cId="3971579062" sldId="258"/>
            <ac:picMk id="1058" creationId="{3607E3CC-717C-2CBF-7066-D2D5EAE5547D}"/>
          </ac:picMkLst>
        </pc:picChg>
        <pc:picChg chg="mod">
          <ac:chgData name="Lukas Müller" userId="48570500-65e9-4574-9d71-7dee887ace96" providerId="ADAL" clId="{7D80BB87-EB11-4093-8E0A-A618CDCCF87B}" dt="2025-03-15T20:12:05.342" v="4" actId="1076"/>
          <ac:picMkLst>
            <pc:docMk/>
            <pc:sldMk cId="3971579062" sldId="258"/>
            <ac:picMk id="1060" creationId="{5460DA0A-BECC-D9FC-DF18-B788B4E2D4C7}"/>
          </ac:picMkLst>
        </pc:picChg>
        <pc:picChg chg="mod">
          <ac:chgData name="Lukas Müller" userId="48570500-65e9-4574-9d71-7dee887ace96" providerId="ADAL" clId="{7D80BB87-EB11-4093-8E0A-A618CDCCF87B}" dt="2025-03-15T20:22:43.761" v="310" actId="1076"/>
          <ac:picMkLst>
            <pc:docMk/>
            <pc:sldMk cId="3971579062" sldId="258"/>
            <ac:picMk id="1062" creationId="{A2483D8E-BB01-A9B8-AE73-74601C20F5E0}"/>
          </ac:picMkLst>
        </pc:picChg>
        <pc:picChg chg="add del mod">
          <ac:chgData name="Lukas Müller" userId="48570500-65e9-4574-9d71-7dee887ace96" providerId="ADAL" clId="{7D80BB87-EB11-4093-8E0A-A618CDCCF87B}" dt="2025-03-15T20:19:42.983" v="295" actId="478"/>
          <ac:picMkLst>
            <pc:docMk/>
            <pc:sldMk cId="3971579062" sldId="258"/>
            <ac:picMk id="2050" creationId="{667B2E46-4035-E572-0ED4-2595CA67F79F}"/>
          </ac:picMkLst>
        </pc:picChg>
        <pc:picChg chg="add mod">
          <ac:chgData name="Lukas Müller" userId="48570500-65e9-4574-9d71-7dee887ace96" providerId="ADAL" clId="{7D80BB87-EB11-4093-8E0A-A618CDCCF87B}" dt="2025-03-15T20:22:43.761" v="310" actId="1076"/>
          <ac:picMkLst>
            <pc:docMk/>
            <pc:sldMk cId="3971579062" sldId="258"/>
            <ac:picMk id="2052" creationId="{19A7D2A5-46CE-0E63-8E00-2971940D2E16}"/>
          </ac:picMkLst>
        </pc:picChg>
        <pc:cxnChg chg="add del mod">
          <ac:chgData name="Lukas Müller" userId="48570500-65e9-4574-9d71-7dee887ace96" providerId="ADAL" clId="{7D80BB87-EB11-4093-8E0A-A618CDCCF87B}" dt="2025-03-15T20:17:38.389" v="213" actId="478"/>
          <ac:cxnSpMkLst>
            <pc:docMk/>
            <pc:sldMk cId="3971579062" sldId="258"/>
            <ac:cxnSpMk id="4" creationId="{C397C3F2-D777-69CE-C2C3-FAB4670BB07A}"/>
          </ac:cxnSpMkLst>
        </pc:cxnChg>
        <pc:cxnChg chg="add mod">
          <ac:chgData name="Lukas Müller" userId="48570500-65e9-4574-9d71-7dee887ace96" providerId="ADAL" clId="{7D80BB87-EB11-4093-8E0A-A618CDCCF87B}" dt="2025-03-15T20:13:00.668" v="16" actId="1076"/>
          <ac:cxnSpMkLst>
            <pc:docMk/>
            <pc:sldMk cId="3971579062" sldId="258"/>
            <ac:cxnSpMk id="13" creationId="{94E1E94B-B784-786F-9384-2D143CE97BC6}"/>
          </ac:cxnSpMkLst>
        </pc:cxnChg>
        <pc:cxnChg chg="mod">
          <ac:chgData name="Lukas Müller" userId="48570500-65e9-4574-9d71-7dee887ace96" providerId="ADAL" clId="{7D80BB87-EB11-4093-8E0A-A618CDCCF87B}" dt="2025-03-15T20:31:46.095" v="458" actId="692"/>
          <ac:cxnSpMkLst>
            <pc:docMk/>
            <pc:sldMk cId="3971579062" sldId="258"/>
            <ac:cxnSpMk id="17" creationId="{0FDC9E0C-E495-2396-3E8B-E6961D63F8DE}"/>
          </ac:cxnSpMkLst>
        </pc:cxnChg>
        <pc:cxnChg chg="del mod">
          <ac:chgData name="Lukas Müller" userId="48570500-65e9-4574-9d71-7dee887ace96" providerId="ADAL" clId="{7D80BB87-EB11-4093-8E0A-A618CDCCF87B}" dt="2025-03-15T20:16:32.750" v="130" actId="478"/>
          <ac:cxnSpMkLst>
            <pc:docMk/>
            <pc:sldMk cId="3971579062" sldId="258"/>
            <ac:cxnSpMk id="24" creationId="{A97D3477-5F0B-9718-6E07-9A07F8358B9D}"/>
          </ac:cxnSpMkLst>
        </pc:cxnChg>
        <pc:cxnChg chg="add mod">
          <ac:chgData name="Lukas Müller" userId="48570500-65e9-4574-9d71-7dee887ace96" providerId="ADAL" clId="{7D80BB87-EB11-4093-8E0A-A618CDCCF87B}" dt="2025-03-15T20:32:35.680" v="459" actId="1076"/>
          <ac:cxnSpMkLst>
            <pc:docMk/>
            <pc:sldMk cId="3971579062" sldId="258"/>
            <ac:cxnSpMk id="33" creationId="{70F7C0FC-B479-4D9D-A4E8-D2D305FD9555}"/>
          </ac:cxnSpMkLst>
        </pc:cxnChg>
        <pc:cxnChg chg="add mod">
          <ac:chgData name="Lukas Müller" userId="48570500-65e9-4574-9d71-7dee887ace96" providerId="ADAL" clId="{7D80BB87-EB11-4093-8E0A-A618CDCCF87B}" dt="2025-03-15T20:28:09.240" v="392" actId="1076"/>
          <ac:cxnSpMkLst>
            <pc:docMk/>
            <pc:sldMk cId="3971579062" sldId="258"/>
            <ac:cxnSpMk id="36" creationId="{E5A873E1-1E06-9ECE-038C-2097EE052A4E}"/>
          </ac:cxnSpMkLst>
        </pc:cxnChg>
        <pc:cxnChg chg="add mod">
          <ac:chgData name="Lukas Müller" userId="48570500-65e9-4574-9d71-7dee887ace96" providerId="ADAL" clId="{7D80BB87-EB11-4093-8E0A-A618CDCCF87B}" dt="2025-03-15T20:27:59.031" v="390" actId="14100"/>
          <ac:cxnSpMkLst>
            <pc:docMk/>
            <pc:sldMk cId="3971579062" sldId="258"/>
            <ac:cxnSpMk id="41" creationId="{0570DE21-5DA1-4EA9-EA3A-70F65FBB13BC}"/>
          </ac:cxnSpMkLst>
        </pc:cxnChg>
        <pc:cxnChg chg="add mod">
          <ac:chgData name="Lukas Müller" userId="48570500-65e9-4574-9d71-7dee887ace96" providerId="ADAL" clId="{7D80BB87-EB11-4093-8E0A-A618CDCCF87B}" dt="2025-03-15T20:31:22.016" v="456" actId="1076"/>
          <ac:cxnSpMkLst>
            <pc:docMk/>
            <pc:sldMk cId="3971579062" sldId="258"/>
            <ac:cxnSpMk id="43" creationId="{FF89FDAC-D32D-756B-5848-9150D43DE95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D26C7B-7A17-963F-587C-8D25928CC5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7A74CA0-A9C8-7E92-D79D-C7F120D24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DCE268-90DE-53C7-FC0B-62F97E36F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F9A4-A505-46E1-B67E-A905F80361C1}" type="datetimeFigureOut">
              <a:rPr lang="de-CH" smtClean="0"/>
              <a:t>15.03.2025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A12317-5D40-A748-D8AC-075F818B7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1D4C8E-A25D-801C-D3EA-606356C04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86B8F-C20B-4139-88D8-6886FB3CBB8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85699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998238-18D5-CFAE-256D-A8D60E12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72CB2F-D43D-95F2-DA0F-E15C8109C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6934BF9-2EFF-D540-7998-359B74F70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F9A4-A505-46E1-B67E-A905F80361C1}" type="datetimeFigureOut">
              <a:rPr lang="de-CH" smtClean="0"/>
              <a:t>15.03.2025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9AEF9B-C3C1-E874-AEC8-B3CD9A7D5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BC0105-5FC9-28A1-D1C4-73AB76E4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86B8F-C20B-4139-88D8-6886FB3CBB8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66945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1295B2-E42F-26CE-145B-4CBC82A0A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20A30D-7F5C-2171-6F96-08A4695EE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B1FEDB-928E-84E4-ECBB-45FEC238D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F9A4-A505-46E1-B67E-A905F80361C1}" type="datetimeFigureOut">
              <a:rPr lang="de-CH" smtClean="0"/>
              <a:t>15.03.2025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8AA5B5-C6CA-FD0E-68B7-B4F40879F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F4FA23-5F8C-B55B-6C43-10CE5748F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86B8F-C20B-4139-88D8-6886FB3CBB8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70457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82FCFC-20DC-DF9D-8677-31672CE19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72B835-8EB4-2EB8-AC88-0969430213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F4EAB49-9074-8293-6AC4-D7760F1E3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EAF29A4-E373-8352-3463-EFBAED6EF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F9A4-A505-46E1-B67E-A905F80361C1}" type="datetimeFigureOut">
              <a:rPr lang="de-CH" smtClean="0"/>
              <a:t>15.03.2025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64C2F0-7F9E-E149-03A5-043108D4C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09404A4-0BE8-7C7E-DE53-AABAC847A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86B8F-C20B-4139-88D8-6886FB3CBB8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16695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E951BC-2122-41A0-04F8-7AD963E11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513F99-D6B4-CE78-B13B-9F18B4774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CAC37FD-2E44-A1FC-B469-58110C035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FCB5E1F-4670-7E79-7A77-339CB1498C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E20D2E4-0C91-FDF3-097B-83FA3D2022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762424C-C6FF-16B3-677C-9ADC46C27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F9A4-A505-46E1-B67E-A905F80361C1}" type="datetimeFigureOut">
              <a:rPr lang="de-CH" smtClean="0"/>
              <a:t>15.03.2025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4BC4441-26C8-D875-473A-84FD12494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ADBD355-7FFE-E7C2-DAE2-39B4E9AA4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86B8F-C20B-4139-88D8-6886FB3CBB8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61841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FFCF16-195F-AE25-B4D7-A8B87B6AB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10C7090-92EF-7AB7-9A15-B370B5389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F9A4-A505-46E1-B67E-A905F80361C1}" type="datetimeFigureOut">
              <a:rPr lang="de-CH" smtClean="0"/>
              <a:t>15.03.2025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1BFF6F9-A2DB-3B19-00AF-4646EBF59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BE4BE7E-1659-88CB-631D-78EC1C51B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86B8F-C20B-4139-88D8-6886FB3CBB8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39183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0EB68B9-18C1-971F-BE23-51B4A5499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F9A4-A505-46E1-B67E-A905F80361C1}" type="datetimeFigureOut">
              <a:rPr lang="de-CH" smtClean="0"/>
              <a:t>15.03.2025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14FEB49-AD8A-E599-1987-6992F09BA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EC93372-7CFA-626A-90D3-46A6A1695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86B8F-C20B-4139-88D8-6886FB3CBB8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42439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CFD2A9-4790-BB17-04BC-D886BBB56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DBFADE-CE7B-B917-86AA-3F033EA98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F1C0CFC-AEA4-9017-4292-BBF6B3656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BF43076-7F3A-CA37-2D71-7A1D07461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F9A4-A505-46E1-B67E-A905F80361C1}" type="datetimeFigureOut">
              <a:rPr lang="de-CH" smtClean="0"/>
              <a:t>15.03.2025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FBB35F-34F1-6537-3E4A-E2D509FB2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4957AA2-C9E4-0C41-C2C9-6707BA572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86B8F-C20B-4139-88D8-6886FB3CBB8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40535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28F9CB-3384-110B-6B9F-8EF2F7CD1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8A2E639-FB56-BD7E-5555-465C50919A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36FA0F5-73F1-2230-E284-B177ED1FE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704B4D3-D468-B80C-2807-78A07DDAC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F9A4-A505-46E1-B67E-A905F80361C1}" type="datetimeFigureOut">
              <a:rPr lang="de-CH" smtClean="0"/>
              <a:t>15.03.2025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A018A75-D6BA-04E9-A0C1-34B2BA190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3F589FF-AE77-D135-E12B-D3EE09864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86B8F-C20B-4139-88D8-6886FB3CBB8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21987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60264C-760F-1E1C-D02D-3C05DB233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AA92B3D-A51E-E166-8A70-725525FE0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F9833B-BDC0-6F2D-8C10-8935A077C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F9A4-A505-46E1-B67E-A905F80361C1}" type="datetimeFigureOut">
              <a:rPr lang="de-CH" smtClean="0"/>
              <a:t>15.03.2025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C85E0E-14AD-BF4A-BC76-4F2D98DE4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AAC20C-F176-5BAA-FF5B-6136DD000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86B8F-C20B-4139-88D8-6886FB3CBB8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38590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51AA47C-7638-5BB2-BF5B-E8A1DA34CF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8645E96-A0E7-376E-C307-88A4A581B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36F1BE-5163-DC57-D080-94913464D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F9A4-A505-46E1-B67E-A905F80361C1}" type="datetimeFigureOut">
              <a:rPr lang="de-CH" smtClean="0"/>
              <a:t>15.03.2025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7892D5A-FB12-A134-C4B7-3873B736D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FB9BE3-BC45-8CF3-014A-C5B313A1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86B8F-C20B-4139-88D8-6886FB3CBB8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20850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E537BF2-E0A7-8CF9-25B6-9E2C6570C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121F27-8EEE-C455-D212-F7B363F5F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21946E-6D9B-9280-BFD6-2680D34158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EF9A4-A505-46E1-B67E-A905F80361C1}" type="datetimeFigureOut">
              <a:rPr lang="de-CH" smtClean="0"/>
              <a:t>15.03.2025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C6A8F4-75F9-0B13-C6BD-7EBAAD24D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C02360-0152-97AC-BDE6-B25A15759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186B8F-C20B-4139-88D8-6886FB3CBB8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76941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jpe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14.jpe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9.pn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image" Target="../media/image1.pn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4.jpeg"/><Relationship Id="rId5" Type="http://schemas.openxmlformats.org/officeDocument/2006/relationships/image" Target="../media/image4.jpeg"/><Relationship Id="rId15" Type="http://schemas.openxmlformats.org/officeDocument/2006/relationships/image" Target="../media/image11.png"/><Relationship Id="rId10" Type="http://schemas.openxmlformats.org/officeDocument/2006/relationships/image" Target="../media/image16.jpeg"/><Relationship Id="rId4" Type="http://schemas.openxmlformats.org/officeDocument/2006/relationships/image" Target="../media/image3.png"/><Relationship Id="rId9" Type="http://schemas.openxmlformats.org/officeDocument/2006/relationships/image" Target="../media/image15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Webdesign Silhouette">
            <a:extLst>
              <a:ext uri="{FF2B5EF4-FFF2-40B4-BE49-F238E27FC236}">
                <a16:creationId xmlns:a16="http://schemas.microsoft.com/office/drawing/2014/main" id="{6A62DE80-01AD-2EE9-8132-F6B8E7495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1057" y="2717211"/>
            <a:ext cx="1604273" cy="1604273"/>
          </a:xfrm>
          <a:prstGeom prst="rect">
            <a:avLst/>
          </a:prstGeom>
        </p:spPr>
      </p:pic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51C0303B-C24D-A14D-D7D8-D34EFE75EFA8}"/>
              </a:ext>
            </a:extLst>
          </p:cNvPr>
          <p:cNvSpPr/>
          <p:nvPr/>
        </p:nvSpPr>
        <p:spPr>
          <a:xfrm>
            <a:off x="4012883" y="1766107"/>
            <a:ext cx="2457450" cy="897433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             </a:t>
            </a:r>
            <a:r>
              <a:rPr lang="en-US" b="1" dirty="0" err="1">
                <a:solidFill>
                  <a:schemeClr val="tx1"/>
                </a:solidFill>
              </a:rPr>
              <a:t>AuthService</a:t>
            </a:r>
            <a:endParaRPr lang="de-CH" b="1" dirty="0">
              <a:solidFill>
                <a:schemeClr val="tx1"/>
              </a:solidFill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2CD198C7-26B3-0FAA-E591-8E0FE8890EEA}"/>
              </a:ext>
            </a:extLst>
          </p:cNvPr>
          <p:cNvSpPr/>
          <p:nvPr/>
        </p:nvSpPr>
        <p:spPr>
          <a:xfrm>
            <a:off x="4012883" y="3051112"/>
            <a:ext cx="2457450" cy="897433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              </a:t>
            </a:r>
            <a:r>
              <a:rPr lang="en-US" b="1" dirty="0" err="1">
                <a:solidFill>
                  <a:schemeClr val="tx1"/>
                </a:solidFill>
              </a:rPr>
              <a:t>FlightService</a:t>
            </a:r>
            <a:endParaRPr lang="de-CH" b="1" dirty="0">
              <a:solidFill>
                <a:schemeClr val="tx1"/>
              </a:solidFill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DA057794-72A3-2BFA-E80C-DED832441276}"/>
              </a:ext>
            </a:extLst>
          </p:cNvPr>
          <p:cNvSpPr/>
          <p:nvPr/>
        </p:nvSpPr>
        <p:spPr>
          <a:xfrm>
            <a:off x="4012883" y="4387216"/>
            <a:ext cx="2457450" cy="893966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            </a:t>
            </a:r>
            <a:r>
              <a:rPr lang="en-US" b="1" dirty="0" err="1">
                <a:solidFill>
                  <a:schemeClr val="tx1"/>
                </a:solidFill>
              </a:rPr>
              <a:t>BookService</a:t>
            </a:r>
            <a:endParaRPr lang="de-CH" b="1" dirty="0">
              <a:solidFill>
                <a:schemeClr val="tx1"/>
              </a:solidFill>
            </a:endParaRPr>
          </a:p>
        </p:txBody>
      </p:sp>
      <p:pic>
        <p:nvPicPr>
          <p:cNvPr id="1030" name="Picture 6" descr="Sql server Icons - Iconshock">
            <a:extLst>
              <a:ext uri="{FF2B5EF4-FFF2-40B4-BE49-F238E27FC236}">
                <a16:creationId xmlns:a16="http://schemas.microsoft.com/office/drawing/2014/main" id="{6D5D0864-8EC7-0141-F885-D4E4B2109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259" y="4363870"/>
            <a:ext cx="940657" cy="94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QLite&quot; Icon - Download for free – Iconduck">
            <a:extLst>
              <a:ext uri="{FF2B5EF4-FFF2-40B4-BE49-F238E27FC236}">
                <a16:creationId xmlns:a16="http://schemas.microsoft.com/office/drawing/2014/main" id="{7286AFAD-00BF-AB39-70A0-9E9A50FC5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730" y="1780623"/>
            <a:ext cx="2002388" cy="88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database mongo db&quot; Icon - Download for free – Iconduck">
            <a:extLst>
              <a:ext uri="{FF2B5EF4-FFF2-40B4-BE49-F238E27FC236}">
                <a16:creationId xmlns:a16="http://schemas.microsoft.com/office/drawing/2014/main" id="{5DD93F41-4160-A24B-AFB1-E4C779175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707" y="3069560"/>
            <a:ext cx="847209" cy="88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Microservice - Free web icons">
            <a:extLst>
              <a:ext uri="{FF2B5EF4-FFF2-40B4-BE49-F238E27FC236}">
                <a16:creationId xmlns:a16="http://schemas.microsoft.com/office/drawing/2014/main" id="{13E93D04-F7E9-6DE0-F27A-F83861CD8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6994" y="1841117"/>
            <a:ext cx="71120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Docker moby icon - Download in SVG, PNG, ICO, ICNS">
            <a:extLst>
              <a:ext uri="{FF2B5EF4-FFF2-40B4-BE49-F238E27FC236}">
                <a16:creationId xmlns:a16="http://schemas.microsoft.com/office/drawing/2014/main" id="{420CCC64-63EC-BB20-E297-4D641FD16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9411" y="95726"/>
            <a:ext cx="984635" cy="984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Microservice - Free web icons">
            <a:extLst>
              <a:ext uri="{FF2B5EF4-FFF2-40B4-BE49-F238E27FC236}">
                <a16:creationId xmlns:a16="http://schemas.microsoft.com/office/drawing/2014/main" id="{9D5595B8-8BAF-B9C2-4F91-A0163F490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6994" y="3144228"/>
            <a:ext cx="71120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 descr="Microservice - Free web icons">
            <a:extLst>
              <a:ext uri="{FF2B5EF4-FFF2-40B4-BE49-F238E27FC236}">
                <a16:creationId xmlns:a16="http://schemas.microsoft.com/office/drawing/2014/main" id="{E961A967-1C4C-65AC-FF0A-97A3FE7FD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6994" y="4478599"/>
            <a:ext cx="71120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D3D41C0A-7309-E6B4-C517-102046CADD00}"/>
              </a:ext>
            </a:extLst>
          </p:cNvPr>
          <p:cNvCxnSpPr/>
          <p:nvPr/>
        </p:nvCxnSpPr>
        <p:spPr>
          <a:xfrm flipV="1">
            <a:off x="2484121" y="2294144"/>
            <a:ext cx="1352203" cy="578253"/>
          </a:xfrm>
          <a:prstGeom prst="straightConnector1">
            <a:avLst/>
          </a:prstGeom>
          <a:ln w="9842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8AC32BE9-1F3A-E5B6-B0BA-5C5404227D85}"/>
              </a:ext>
            </a:extLst>
          </p:cNvPr>
          <p:cNvCxnSpPr>
            <a:cxnSpLocks/>
          </p:cNvCxnSpPr>
          <p:nvPr/>
        </p:nvCxnSpPr>
        <p:spPr>
          <a:xfrm>
            <a:off x="2420744" y="3520481"/>
            <a:ext cx="1374885" cy="0"/>
          </a:xfrm>
          <a:prstGeom prst="straightConnector1">
            <a:avLst/>
          </a:prstGeom>
          <a:ln w="9842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85D22396-0F9E-6DEC-8BE2-643C95E6DD9C}"/>
              </a:ext>
            </a:extLst>
          </p:cNvPr>
          <p:cNvCxnSpPr>
            <a:cxnSpLocks/>
          </p:cNvCxnSpPr>
          <p:nvPr/>
        </p:nvCxnSpPr>
        <p:spPr>
          <a:xfrm>
            <a:off x="2478036" y="4222865"/>
            <a:ext cx="1317593" cy="554182"/>
          </a:xfrm>
          <a:prstGeom prst="straightConnector1">
            <a:avLst/>
          </a:prstGeom>
          <a:ln w="9842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52" name="Picture 28" descr="Introduction to ASP.NET Core. ASP.NET Core is a web framework created… | by  Aadhil imam | Data Scientist | Data Engineer | Medium">
            <a:extLst>
              <a:ext uri="{FF2B5EF4-FFF2-40B4-BE49-F238E27FC236}">
                <a16:creationId xmlns:a16="http://schemas.microsoft.com/office/drawing/2014/main" id="{71CB3E76-6736-A245-29EE-C266CDFA56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8" r="30504"/>
          <a:stretch/>
        </p:blipFill>
        <p:spPr bwMode="auto">
          <a:xfrm>
            <a:off x="7245905" y="6086926"/>
            <a:ext cx="676430" cy="65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Postman SVG and transparent PNG icons | TechIcons">
            <a:extLst>
              <a:ext uri="{FF2B5EF4-FFF2-40B4-BE49-F238E27FC236}">
                <a16:creationId xmlns:a16="http://schemas.microsoft.com/office/drawing/2014/main" id="{E325237A-B5F9-CC2D-824F-DF27DF8E6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6804" y="6115697"/>
            <a:ext cx="656314" cy="65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>
            <a:extLst>
              <a:ext uri="{FF2B5EF4-FFF2-40B4-BE49-F238E27FC236}">
                <a16:creationId xmlns:a16="http://schemas.microsoft.com/office/drawing/2014/main" id="{7D55913A-7613-D608-00B0-B99681F2F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696" y="6086927"/>
            <a:ext cx="659503" cy="65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Csharp plain logo - Soziale Medien und Logos Symbole">
            <a:extLst>
              <a:ext uri="{FF2B5EF4-FFF2-40B4-BE49-F238E27FC236}">
                <a16:creationId xmlns:a16="http://schemas.microsoft.com/office/drawing/2014/main" id="{7063E35C-3558-B52D-EBD9-B94E1EC21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1920" y="6083737"/>
            <a:ext cx="659503" cy="659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Swagger&quot; Icon - Download for free – Iconduck">
            <a:extLst>
              <a:ext uri="{FF2B5EF4-FFF2-40B4-BE49-F238E27FC236}">
                <a16:creationId xmlns:a16="http://schemas.microsoft.com/office/drawing/2014/main" id="{B0A9E2E7-1605-4303-A029-1D033F8AA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053" y="6086926"/>
            <a:ext cx="656315" cy="656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7BF6842F-591A-202F-8258-547725DBD7CE}"/>
              </a:ext>
            </a:extLst>
          </p:cNvPr>
          <p:cNvCxnSpPr>
            <a:cxnSpLocks/>
          </p:cNvCxnSpPr>
          <p:nvPr/>
        </p:nvCxnSpPr>
        <p:spPr>
          <a:xfrm>
            <a:off x="6533803" y="2196717"/>
            <a:ext cx="643457" cy="0"/>
          </a:xfrm>
          <a:prstGeom prst="straightConnector1">
            <a:avLst/>
          </a:prstGeom>
          <a:ln w="9842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7C0E6E6C-576B-11BD-3588-0E81F4560E18}"/>
              </a:ext>
            </a:extLst>
          </p:cNvPr>
          <p:cNvCxnSpPr>
            <a:cxnSpLocks/>
          </p:cNvCxnSpPr>
          <p:nvPr/>
        </p:nvCxnSpPr>
        <p:spPr>
          <a:xfrm>
            <a:off x="6533802" y="3495447"/>
            <a:ext cx="643457" cy="0"/>
          </a:xfrm>
          <a:prstGeom prst="straightConnector1">
            <a:avLst/>
          </a:prstGeom>
          <a:ln w="9842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A7AB9BB5-24A0-EE4D-C6B6-64856BD0DAEA}"/>
              </a:ext>
            </a:extLst>
          </p:cNvPr>
          <p:cNvCxnSpPr>
            <a:cxnSpLocks/>
          </p:cNvCxnSpPr>
          <p:nvPr/>
        </p:nvCxnSpPr>
        <p:spPr>
          <a:xfrm>
            <a:off x="6533802" y="4815781"/>
            <a:ext cx="643457" cy="0"/>
          </a:xfrm>
          <a:prstGeom prst="straightConnector1">
            <a:avLst/>
          </a:prstGeom>
          <a:ln w="9842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62" name="Picture 38" descr="Using ASP.NET Core Razor Views from a Class Library - CodeOpinion">
            <a:extLst>
              <a:ext uri="{FF2B5EF4-FFF2-40B4-BE49-F238E27FC236}">
                <a16:creationId xmlns:a16="http://schemas.microsoft.com/office/drawing/2014/main" id="{E35D7A7F-8A12-A1DF-AC9C-F34023151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552" y="2717211"/>
            <a:ext cx="764172" cy="764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38" descr="Using ASP.NET Core Razor Views from a Class Library - CodeOpinion">
            <a:extLst>
              <a:ext uri="{FF2B5EF4-FFF2-40B4-BE49-F238E27FC236}">
                <a16:creationId xmlns:a16="http://schemas.microsoft.com/office/drawing/2014/main" id="{ACE7DAED-B0BC-8657-EAD6-8CE6EBD1B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5808" y="3621126"/>
            <a:ext cx="764172" cy="764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hteck 26">
            <a:extLst>
              <a:ext uri="{FF2B5EF4-FFF2-40B4-BE49-F238E27FC236}">
                <a16:creationId xmlns:a16="http://schemas.microsoft.com/office/drawing/2014/main" id="{D6E787D6-B75E-FC13-5EEB-D63F4915713D}"/>
              </a:ext>
            </a:extLst>
          </p:cNvPr>
          <p:cNvSpPr/>
          <p:nvPr/>
        </p:nvSpPr>
        <p:spPr>
          <a:xfrm>
            <a:off x="2643447" y="95726"/>
            <a:ext cx="7064432" cy="6715169"/>
          </a:xfrm>
          <a:prstGeom prst="rect">
            <a:avLst/>
          </a:prstGeom>
          <a:noFill/>
          <a:ln w="60325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50739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62347-3B41-83CC-C35A-2F46C0327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AABA4950-06FD-0828-4DAC-3C9095A5DFAC}"/>
              </a:ext>
            </a:extLst>
          </p:cNvPr>
          <p:cNvSpPr/>
          <p:nvPr/>
        </p:nvSpPr>
        <p:spPr>
          <a:xfrm>
            <a:off x="2294652" y="1592202"/>
            <a:ext cx="1220063" cy="3500558"/>
          </a:xfrm>
          <a:prstGeom prst="round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solidFill>
              <a:schemeClr val="accent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Gateway API</a:t>
            </a:r>
            <a:endParaRPr lang="de-CH" b="1" dirty="0">
              <a:solidFill>
                <a:schemeClr val="tx1"/>
              </a:solidFill>
            </a:endParaRPr>
          </a:p>
        </p:txBody>
      </p:sp>
      <p:pic>
        <p:nvPicPr>
          <p:cNvPr id="5" name="Grafik 4" descr="Webdesign Silhouette">
            <a:extLst>
              <a:ext uri="{FF2B5EF4-FFF2-40B4-BE49-F238E27FC236}">
                <a16:creationId xmlns:a16="http://schemas.microsoft.com/office/drawing/2014/main" id="{5C06EA82-A173-1790-E37F-49757DDC2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60" y="2693310"/>
            <a:ext cx="1604273" cy="1604273"/>
          </a:xfrm>
          <a:prstGeom prst="rect">
            <a:avLst/>
          </a:prstGeom>
        </p:spPr>
      </p:pic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59B72063-3EF8-2D1D-2004-D639B28C356C}"/>
              </a:ext>
            </a:extLst>
          </p:cNvPr>
          <p:cNvSpPr/>
          <p:nvPr/>
        </p:nvSpPr>
        <p:spPr>
          <a:xfrm>
            <a:off x="5170324" y="1577686"/>
            <a:ext cx="2457450" cy="897433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             </a:t>
            </a:r>
            <a:r>
              <a:rPr lang="en-US" b="1" dirty="0" err="1">
                <a:solidFill>
                  <a:schemeClr val="tx1"/>
                </a:solidFill>
              </a:rPr>
              <a:t>AuthService</a:t>
            </a:r>
            <a:endParaRPr lang="de-CH" b="1" dirty="0">
              <a:solidFill>
                <a:schemeClr val="tx1"/>
              </a:solidFill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3EB759F9-33CD-098F-821C-3AB2D242ECA2}"/>
              </a:ext>
            </a:extLst>
          </p:cNvPr>
          <p:cNvSpPr/>
          <p:nvPr/>
        </p:nvSpPr>
        <p:spPr>
          <a:xfrm>
            <a:off x="5170324" y="2862691"/>
            <a:ext cx="2457450" cy="897433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              </a:t>
            </a:r>
            <a:r>
              <a:rPr lang="en-US" b="1" dirty="0" err="1">
                <a:solidFill>
                  <a:schemeClr val="tx1"/>
                </a:solidFill>
              </a:rPr>
              <a:t>FlightService</a:t>
            </a:r>
            <a:endParaRPr lang="de-CH" b="1" dirty="0">
              <a:solidFill>
                <a:schemeClr val="tx1"/>
              </a:solidFill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F7B47C45-7DBD-438C-7B71-0CDA70DAEE72}"/>
              </a:ext>
            </a:extLst>
          </p:cNvPr>
          <p:cNvSpPr/>
          <p:nvPr/>
        </p:nvSpPr>
        <p:spPr>
          <a:xfrm>
            <a:off x="5170324" y="4198795"/>
            <a:ext cx="2457450" cy="893966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            </a:t>
            </a:r>
            <a:r>
              <a:rPr lang="en-US" b="1" dirty="0" err="1">
                <a:solidFill>
                  <a:schemeClr val="tx1"/>
                </a:solidFill>
              </a:rPr>
              <a:t>BookService</a:t>
            </a:r>
            <a:endParaRPr lang="de-CH" b="1" dirty="0">
              <a:solidFill>
                <a:schemeClr val="tx1"/>
              </a:solidFill>
            </a:endParaRPr>
          </a:p>
        </p:txBody>
      </p:sp>
      <p:pic>
        <p:nvPicPr>
          <p:cNvPr id="1030" name="Picture 6" descr="Sql server Icons - Iconshock">
            <a:extLst>
              <a:ext uri="{FF2B5EF4-FFF2-40B4-BE49-F238E27FC236}">
                <a16:creationId xmlns:a16="http://schemas.microsoft.com/office/drawing/2014/main" id="{5FAB3277-A7C6-9313-7672-A114119C1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700" y="4175449"/>
            <a:ext cx="940657" cy="94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QLite&quot; Icon - Download for free – Iconduck">
            <a:extLst>
              <a:ext uri="{FF2B5EF4-FFF2-40B4-BE49-F238E27FC236}">
                <a16:creationId xmlns:a16="http://schemas.microsoft.com/office/drawing/2014/main" id="{51FD1AF9-A09C-15C0-106B-AE8DC492D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8171" y="1592202"/>
            <a:ext cx="2002388" cy="88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database mongo db&quot; Icon - Download for free – Iconduck">
            <a:extLst>
              <a:ext uri="{FF2B5EF4-FFF2-40B4-BE49-F238E27FC236}">
                <a16:creationId xmlns:a16="http://schemas.microsoft.com/office/drawing/2014/main" id="{5FEB391E-E3C9-4D40-D5E3-0C3B8E009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8148" y="2881139"/>
            <a:ext cx="847209" cy="88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Microservice - Free web icons">
            <a:extLst>
              <a:ext uri="{FF2B5EF4-FFF2-40B4-BE49-F238E27FC236}">
                <a16:creationId xmlns:a16="http://schemas.microsoft.com/office/drawing/2014/main" id="{F4DA9DF6-6B87-0CDF-2AA6-38052EF67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435" y="1652696"/>
            <a:ext cx="71120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Docker moby icon - Download in SVG, PNG, ICO, ICNS">
            <a:extLst>
              <a:ext uri="{FF2B5EF4-FFF2-40B4-BE49-F238E27FC236}">
                <a16:creationId xmlns:a16="http://schemas.microsoft.com/office/drawing/2014/main" id="{25C59A39-1C02-674F-E8BF-CDE429BA6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9762" y="129323"/>
            <a:ext cx="984635" cy="984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Building an API Gateway with Ocelot in .NET: A Comprehensive Guide | by  Engr. Md. Hasan Monsur | Medium">
            <a:extLst>
              <a:ext uri="{FF2B5EF4-FFF2-40B4-BE49-F238E27FC236}">
                <a16:creationId xmlns:a16="http://schemas.microsoft.com/office/drawing/2014/main" id="{CAABA71E-7275-94C7-730D-4A3C3A0FD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155" y="2979079"/>
            <a:ext cx="1068018" cy="726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Microservice - Free web icons">
            <a:extLst>
              <a:ext uri="{FF2B5EF4-FFF2-40B4-BE49-F238E27FC236}">
                <a16:creationId xmlns:a16="http://schemas.microsoft.com/office/drawing/2014/main" id="{C3164D76-D9C9-9FC2-2C14-F1A89E5FF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435" y="2955807"/>
            <a:ext cx="71120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 descr="Microservice - Free web icons">
            <a:extLst>
              <a:ext uri="{FF2B5EF4-FFF2-40B4-BE49-F238E27FC236}">
                <a16:creationId xmlns:a16="http://schemas.microsoft.com/office/drawing/2014/main" id="{A2DD9CDE-A1B1-6062-5DC9-F7EB8AFDB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435" y="4290178"/>
            <a:ext cx="71120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F86FD8F8-77B8-CB68-CCA7-DB8F4AFDBF6D}"/>
              </a:ext>
            </a:extLst>
          </p:cNvPr>
          <p:cNvCxnSpPr/>
          <p:nvPr/>
        </p:nvCxnSpPr>
        <p:spPr>
          <a:xfrm flipV="1">
            <a:off x="3641562" y="2105723"/>
            <a:ext cx="1352203" cy="578253"/>
          </a:xfrm>
          <a:prstGeom prst="straightConnector1">
            <a:avLst/>
          </a:prstGeom>
          <a:ln w="9842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114BF95E-8737-6A6C-D5FE-0C60A0341890}"/>
              </a:ext>
            </a:extLst>
          </p:cNvPr>
          <p:cNvCxnSpPr>
            <a:cxnSpLocks/>
          </p:cNvCxnSpPr>
          <p:nvPr/>
        </p:nvCxnSpPr>
        <p:spPr>
          <a:xfrm>
            <a:off x="3578185" y="3332060"/>
            <a:ext cx="1374885" cy="0"/>
          </a:xfrm>
          <a:prstGeom prst="straightConnector1">
            <a:avLst/>
          </a:prstGeom>
          <a:ln w="9842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40A91462-9249-1C4E-6CCF-66628D2CDE2A}"/>
              </a:ext>
            </a:extLst>
          </p:cNvPr>
          <p:cNvCxnSpPr>
            <a:cxnSpLocks/>
          </p:cNvCxnSpPr>
          <p:nvPr/>
        </p:nvCxnSpPr>
        <p:spPr>
          <a:xfrm>
            <a:off x="3635477" y="4034444"/>
            <a:ext cx="1317593" cy="554182"/>
          </a:xfrm>
          <a:prstGeom prst="straightConnector1">
            <a:avLst/>
          </a:prstGeom>
          <a:ln w="9842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52" name="Picture 28" descr="Introduction to ASP.NET Core. ASP.NET Core is a web framework created… | by  Aadhil imam | Data Scientist | Data Engineer | Medium">
            <a:extLst>
              <a:ext uri="{FF2B5EF4-FFF2-40B4-BE49-F238E27FC236}">
                <a16:creationId xmlns:a16="http://schemas.microsoft.com/office/drawing/2014/main" id="{CAA9C593-EF3E-0522-0DEB-5BB38FA90B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8" r="30504"/>
          <a:stretch/>
        </p:blipFill>
        <p:spPr bwMode="auto">
          <a:xfrm>
            <a:off x="8403346" y="5898505"/>
            <a:ext cx="676430" cy="65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Postman SVG and transparent PNG icons | TechIcons">
            <a:extLst>
              <a:ext uri="{FF2B5EF4-FFF2-40B4-BE49-F238E27FC236}">
                <a16:creationId xmlns:a16="http://schemas.microsoft.com/office/drawing/2014/main" id="{BC3A0370-D4BD-205C-3BCC-A6D30F777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245" y="5927276"/>
            <a:ext cx="656314" cy="65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>
            <a:extLst>
              <a:ext uri="{FF2B5EF4-FFF2-40B4-BE49-F238E27FC236}">
                <a16:creationId xmlns:a16="http://schemas.microsoft.com/office/drawing/2014/main" id="{638A1709-9E8D-D2B6-B463-85824F313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137" y="5898506"/>
            <a:ext cx="659503" cy="65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Csharp plain logo - Soziale Medien und Logos Symbole">
            <a:extLst>
              <a:ext uri="{FF2B5EF4-FFF2-40B4-BE49-F238E27FC236}">
                <a16:creationId xmlns:a16="http://schemas.microsoft.com/office/drawing/2014/main" id="{61FFC844-CDDE-35DD-F9DE-CF6AB367B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9361" y="5895316"/>
            <a:ext cx="659503" cy="659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Swagger&quot; Icon - Download for free – Iconduck">
            <a:extLst>
              <a:ext uri="{FF2B5EF4-FFF2-40B4-BE49-F238E27FC236}">
                <a16:creationId xmlns:a16="http://schemas.microsoft.com/office/drawing/2014/main" id="{3E74A197-6F12-B8B8-A5AA-4B23A7B1E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2494" y="5898505"/>
            <a:ext cx="656315" cy="656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DAFA63D1-8E84-E30F-B915-C3B32F152CB7}"/>
              </a:ext>
            </a:extLst>
          </p:cNvPr>
          <p:cNvCxnSpPr>
            <a:cxnSpLocks/>
          </p:cNvCxnSpPr>
          <p:nvPr/>
        </p:nvCxnSpPr>
        <p:spPr>
          <a:xfrm>
            <a:off x="7691244" y="2008296"/>
            <a:ext cx="643457" cy="0"/>
          </a:xfrm>
          <a:prstGeom prst="straightConnector1">
            <a:avLst/>
          </a:prstGeom>
          <a:ln w="9842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5B213BDE-5644-2103-02A0-8FAC0F6746D4}"/>
              </a:ext>
            </a:extLst>
          </p:cNvPr>
          <p:cNvCxnSpPr>
            <a:cxnSpLocks/>
          </p:cNvCxnSpPr>
          <p:nvPr/>
        </p:nvCxnSpPr>
        <p:spPr>
          <a:xfrm>
            <a:off x="7691243" y="3307026"/>
            <a:ext cx="643457" cy="0"/>
          </a:xfrm>
          <a:prstGeom prst="straightConnector1">
            <a:avLst/>
          </a:prstGeom>
          <a:ln w="9842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5CE9F80C-C303-96C4-B839-1B8F62692692}"/>
              </a:ext>
            </a:extLst>
          </p:cNvPr>
          <p:cNvCxnSpPr>
            <a:cxnSpLocks/>
          </p:cNvCxnSpPr>
          <p:nvPr/>
        </p:nvCxnSpPr>
        <p:spPr>
          <a:xfrm>
            <a:off x="7691243" y="4627360"/>
            <a:ext cx="643457" cy="0"/>
          </a:xfrm>
          <a:prstGeom prst="straightConnector1">
            <a:avLst/>
          </a:prstGeom>
          <a:ln w="9842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62" name="Picture 38" descr="Using ASP.NET Core Razor Views from a Class Library - CodeOpinion">
            <a:extLst>
              <a:ext uri="{FF2B5EF4-FFF2-40B4-BE49-F238E27FC236}">
                <a16:creationId xmlns:a16="http://schemas.microsoft.com/office/drawing/2014/main" id="{9E7737D1-39F9-25EB-E770-3024195A4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7993" y="2528790"/>
            <a:ext cx="764172" cy="764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38" descr="Using ASP.NET Core Razor Views from a Class Library - CodeOpinion">
            <a:extLst>
              <a:ext uri="{FF2B5EF4-FFF2-40B4-BE49-F238E27FC236}">
                <a16:creationId xmlns:a16="http://schemas.microsoft.com/office/drawing/2014/main" id="{93F4369F-5238-A668-6C3F-922C399A4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249" y="3432705"/>
            <a:ext cx="764172" cy="764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38099860-BB80-F4A8-C2C6-7BAE4498B0FA}"/>
              </a:ext>
            </a:extLst>
          </p:cNvPr>
          <p:cNvCxnSpPr>
            <a:cxnSpLocks/>
          </p:cNvCxnSpPr>
          <p:nvPr/>
        </p:nvCxnSpPr>
        <p:spPr>
          <a:xfrm>
            <a:off x="1642081" y="3438464"/>
            <a:ext cx="652571" cy="0"/>
          </a:xfrm>
          <a:prstGeom prst="straightConnector1">
            <a:avLst/>
          </a:prstGeom>
          <a:ln w="9842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hteck 8">
            <a:extLst>
              <a:ext uri="{FF2B5EF4-FFF2-40B4-BE49-F238E27FC236}">
                <a16:creationId xmlns:a16="http://schemas.microsoft.com/office/drawing/2014/main" id="{2C5B8B9A-5CBF-12D4-8FCF-D850A53B833B}"/>
              </a:ext>
            </a:extLst>
          </p:cNvPr>
          <p:cNvSpPr/>
          <p:nvPr/>
        </p:nvSpPr>
        <p:spPr>
          <a:xfrm>
            <a:off x="1867593" y="100321"/>
            <a:ext cx="8798098" cy="6676285"/>
          </a:xfrm>
          <a:prstGeom prst="rect">
            <a:avLst/>
          </a:prstGeom>
          <a:noFill/>
          <a:ln w="60325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EA80A94-CCB5-2A88-E359-0574A7B1B5C4}"/>
              </a:ext>
            </a:extLst>
          </p:cNvPr>
          <p:cNvSpPr txBox="1"/>
          <p:nvPr/>
        </p:nvSpPr>
        <p:spPr>
          <a:xfrm>
            <a:off x="5052353" y="129323"/>
            <a:ext cx="28705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Microservices</a:t>
            </a:r>
            <a:endParaRPr lang="de-CH" sz="3200" b="1" dirty="0"/>
          </a:p>
        </p:txBody>
      </p:sp>
    </p:spTree>
    <p:extLst>
      <p:ext uri="{BB962C8B-B14F-4D97-AF65-F5344CB8AC3E}">
        <p14:creationId xmlns:p14="http://schemas.microsoft.com/office/powerpoint/2010/main" val="130175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CA3CA-D195-E2AF-3540-062E2B4E0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45997842-8DEB-AFB7-9F97-162CCB77041F}"/>
              </a:ext>
            </a:extLst>
          </p:cNvPr>
          <p:cNvSpPr/>
          <p:nvPr/>
        </p:nvSpPr>
        <p:spPr>
          <a:xfrm>
            <a:off x="2404078" y="1055513"/>
            <a:ext cx="1220063" cy="3500558"/>
          </a:xfrm>
          <a:prstGeom prst="round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solidFill>
              <a:schemeClr val="accent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Gateway API</a:t>
            </a:r>
            <a:endParaRPr lang="de-CH" b="1" dirty="0">
              <a:solidFill>
                <a:schemeClr val="tx1"/>
              </a:solidFill>
            </a:endParaRPr>
          </a:p>
        </p:txBody>
      </p:sp>
      <p:pic>
        <p:nvPicPr>
          <p:cNvPr id="5" name="Grafik 4" descr="Webdesign Silhouette">
            <a:extLst>
              <a:ext uri="{FF2B5EF4-FFF2-40B4-BE49-F238E27FC236}">
                <a16:creationId xmlns:a16="http://schemas.microsoft.com/office/drawing/2014/main" id="{502E7BDA-9610-4AFD-3166-31F5C129C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765" y="2037593"/>
            <a:ext cx="1604273" cy="1604273"/>
          </a:xfrm>
          <a:prstGeom prst="rect">
            <a:avLst/>
          </a:prstGeom>
        </p:spPr>
      </p:pic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8D1DF9CD-8C56-D901-1E5E-791E3411593E}"/>
              </a:ext>
            </a:extLst>
          </p:cNvPr>
          <p:cNvSpPr/>
          <p:nvPr/>
        </p:nvSpPr>
        <p:spPr>
          <a:xfrm>
            <a:off x="5286199" y="984711"/>
            <a:ext cx="2457450" cy="897433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             </a:t>
            </a:r>
            <a:r>
              <a:rPr lang="en-US" b="1" dirty="0" err="1">
                <a:solidFill>
                  <a:schemeClr val="tx1"/>
                </a:solidFill>
              </a:rPr>
              <a:t>AuthService</a:t>
            </a:r>
            <a:endParaRPr lang="de-CH" b="1" dirty="0">
              <a:solidFill>
                <a:schemeClr val="tx1"/>
              </a:solidFill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FEB935C4-F72B-A4EF-5BCA-129B7B7AF7B2}"/>
              </a:ext>
            </a:extLst>
          </p:cNvPr>
          <p:cNvSpPr/>
          <p:nvPr/>
        </p:nvSpPr>
        <p:spPr>
          <a:xfrm>
            <a:off x="5286199" y="2269716"/>
            <a:ext cx="2457450" cy="897433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              </a:t>
            </a:r>
            <a:r>
              <a:rPr lang="en-US" b="1" dirty="0" err="1">
                <a:solidFill>
                  <a:schemeClr val="tx1"/>
                </a:solidFill>
              </a:rPr>
              <a:t>FlightService</a:t>
            </a:r>
            <a:endParaRPr lang="de-CH" b="1" dirty="0">
              <a:solidFill>
                <a:schemeClr val="tx1"/>
              </a:solidFill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1366C5DB-D7F3-B648-6B8B-52C1514C878E}"/>
              </a:ext>
            </a:extLst>
          </p:cNvPr>
          <p:cNvSpPr/>
          <p:nvPr/>
        </p:nvSpPr>
        <p:spPr>
          <a:xfrm>
            <a:off x="5286199" y="3605820"/>
            <a:ext cx="2457450" cy="893966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            </a:t>
            </a:r>
            <a:r>
              <a:rPr lang="en-US" b="1" dirty="0" err="1">
                <a:solidFill>
                  <a:schemeClr val="tx1"/>
                </a:solidFill>
              </a:rPr>
              <a:t>BookService</a:t>
            </a:r>
            <a:endParaRPr lang="de-CH" b="1" dirty="0">
              <a:solidFill>
                <a:schemeClr val="tx1"/>
              </a:solidFill>
            </a:endParaRPr>
          </a:p>
        </p:txBody>
      </p:sp>
      <p:pic>
        <p:nvPicPr>
          <p:cNvPr id="1030" name="Picture 6" descr="Sql server Icons - Iconshock">
            <a:extLst>
              <a:ext uri="{FF2B5EF4-FFF2-40B4-BE49-F238E27FC236}">
                <a16:creationId xmlns:a16="http://schemas.microsoft.com/office/drawing/2014/main" id="{4A2A1DE5-DD70-400E-442D-42D9592B9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0575" y="3342421"/>
            <a:ext cx="940657" cy="94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QLite&quot; Icon - Download for free – Iconduck">
            <a:extLst>
              <a:ext uri="{FF2B5EF4-FFF2-40B4-BE49-F238E27FC236}">
                <a16:creationId xmlns:a16="http://schemas.microsoft.com/office/drawing/2014/main" id="{F147EA7F-D783-2221-690C-ECE996693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4046" y="999227"/>
            <a:ext cx="2002388" cy="88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database mongo db&quot; Icon - Download for free – Iconduck">
            <a:extLst>
              <a:ext uri="{FF2B5EF4-FFF2-40B4-BE49-F238E27FC236}">
                <a16:creationId xmlns:a16="http://schemas.microsoft.com/office/drawing/2014/main" id="{EE0434EC-6F3B-3B66-23BF-B1F1BDC8D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4023" y="2288164"/>
            <a:ext cx="847209" cy="88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Microservice - Free web icons">
            <a:extLst>
              <a:ext uri="{FF2B5EF4-FFF2-40B4-BE49-F238E27FC236}">
                <a16:creationId xmlns:a16="http://schemas.microsoft.com/office/drawing/2014/main" id="{2E7FFC32-4277-AD54-4C43-9E7463016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800" y="1059721"/>
            <a:ext cx="71120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Docker moby icon - Download in SVG, PNG, ICO, ICNS">
            <a:extLst>
              <a:ext uri="{FF2B5EF4-FFF2-40B4-BE49-F238E27FC236}">
                <a16:creationId xmlns:a16="http://schemas.microsoft.com/office/drawing/2014/main" id="{D9BCBA2D-77B2-893A-D34C-0F5717E4D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8225" y="70878"/>
            <a:ext cx="984635" cy="984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rabbitmq, logo Icon">
            <a:extLst>
              <a:ext uri="{FF2B5EF4-FFF2-40B4-BE49-F238E27FC236}">
                <a16:creationId xmlns:a16="http://schemas.microsoft.com/office/drawing/2014/main" id="{D6154C58-FA1B-04FB-BC3B-513C0B17A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898" y="4336324"/>
            <a:ext cx="1274242" cy="637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Getting Started with the Twilio API for WhatsApp">
            <a:extLst>
              <a:ext uri="{FF2B5EF4-FFF2-40B4-BE49-F238E27FC236}">
                <a16:creationId xmlns:a16="http://schemas.microsoft.com/office/drawing/2014/main" id="{7E15CE70-FA85-D699-25AF-72A78D9FA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673" y="4868549"/>
            <a:ext cx="1595437" cy="897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Building an API Gateway with Ocelot in .NET: A Comprehensive Guide | by  Engr. Md. Hasan Monsur | Medium">
            <a:extLst>
              <a:ext uri="{FF2B5EF4-FFF2-40B4-BE49-F238E27FC236}">
                <a16:creationId xmlns:a16="http://schemas.microsoft.com/office/drawing/2014/main" id="{3D99C6F0-03D1-D9B8-0A7D-58B7E66B5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030" y="2386104"/>
            <a:ext cx="1068018" cy="726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Microservice - Free web icons">
            <a:extLst>
              <a:ext uri="{FF2B5EF4-FFF2-40B4-BE49-F238E27FC236}">
                <a16:creationId xmlns:a16="http://schemas.microsoft.com/office/drawing/2014/main" id="{197C59AB-96E9-D63B-328A-EE2527CE5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4575" y="2358451"/>
            <a:ext cx="71120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 descr="Microservice - Free web icons">
            <a:extLst>
              <a:ext uri="{FF2B5EF4-FFF2-40B4-BE49-F238E27FC236}">
                <a16:creationId xmlns:a16="http://schemas.microsoft.com/office/drawing/2014/main" id="{DE6B710F-7C63-0DB3-2E90-D5B68BDE9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9284" y="3697203"/>
            <a:ext cx="71120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23E168CE-E3C8-B055-5592-DAFB3EFA5F96}"/>
              </a:ext>
            </a:extLst>
          </p:cNvPr>
          <p:cNvCxnSpPr/>
          <p:nvPr/>
        </p:nvCxnSpPr>
        <p:spPr>
          <a:xfrm flipV="1">
            <a:off x="3757437" y="1512748"/>
            <a:ext cx="1352203" cy="578253"/>
          </a:xfrm>
          <a:prstGeom prst="straightConnector1">
            <a:avLst/>
          </a:prstGeom>
          <a:ln w="9842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063CAD40-5549-56DE-A761-DE5F9D858557}"/>
              </a:ext>
            </a:extLst>
          </p:cNvPr>
          <p:cNvCxnSpPr>
            <a:cxnSpLocks/>
          </p:cNvCxnSpPr>
          <p:nvPr/>
        </p:nvCxnSpPr>
        <p:spPr>
          <a:xfrm>
            <a:off x="3694060" y="2739085"/>
            <a:ext cx="1374885" cy="0"/>
          </a:xfrm>
          <a:prstGeom prst="straightConnector1">
            <a:avLst/>
          </a:prstGeom>
          <a:ln w="9842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0FDC9E0C-E495-2396-3E8B-E6961D63F8DE}"/>
              </a:ext>
            </a:extLst>
          </p:cNvPr>
          <p:cNvCxnSpPr>
            <a:cxnSpLocks/>
          </p:cNvCxnSpPr>
          <p:nvPr/>
        </p:nvCxnSpPr>
        <p:spPr>
          <a:xfrm>
            <a:off x="3751352" y="3441469"/>
            <a:ext cx="1317593" cy="554182"/>
          </a:xfrm>
          <a:prstGeom prst="straightConnector1">
            <a:avLst/>
          </a:prstGeom>
          <a:ln w="9842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52" name="Picture 28" descr="Introduction to ASP.NET Core. ASP.NET Core is a web framework created… | by  Aadhil imam | Data Scientist | Data Engineer | Medium">
            <a:extLst>
              <a:ext uri="{FF2B5EF4-FFF2-40B4-BE49-F238E27FC236}">
                <a16:creationId xmlns:a16="http://schemas.microsoft.com/office/drawing/2014/main" id="{F7F110F6-99C4-6913-76CF-37D7CEA7C2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8" r="30504"/>
          <a:stretch/>
        </p:blipFill>
        <p:spPr bwMode="auto">
          <a:xfrm>
            <a:off x="8545647" y="6053267"/>
            <a:ext cx="676430" cy="65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Postman SVG and transparent PNG icons | TechIcons">
            <a:extLst>
              <a:ext uri="{FF2B5EF4-FFF2-40B4-BE49-F238E27FC236}">
                <a16:creationId xmlns:a16="http://schemas.microsoft.com/office/drawing/2014/main" id="{CE5CD71E-3127-9E16-8D34-70C27A29B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6546" y="6082038"/>
            <a:ext cx="656314" cy="65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>
            <a:extLst>
              <a:ext uri="{FF2B5EF4-FFF2-40B4-BE49-F238E27FC236}">
                <a16:creationId xmlns:a16="http://schemas.microsoft.com/office/drawing/2014/main" id="{596E520F-72DA-D220-7D41-631B210FA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9438" y="6053268"/>
            <a:ext cx="659503" cy="65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Csharp plain logo - Soziale Medien und Logos Symbole">
            <a:extLst>
              <a:ext uri="{FF2B5EF4-FFF2-40B4-BE49-F238E27FC236}">
                <a16:creationId xmlns:a16="http://schemas.microsoft.com/office/drawing/2014/main" id="{3607E3CC-717C-2CBF-7066-D2D5EAE55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1662" y="6050078"/>
            <a:ext cx="659503" cy="659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Swagger&quot; Icon - Download for free – Iconduck">
            <a:extLst>
              <a:ext uri="{FF2B5EF4-FFF2-40B4-BE49-F238E27FC236}">
                <a16:creationId xmlns:a16="http://schemas.microsoft.com/office/drawing/2014/main" id="{5460DA0A-BECC-D9FC-DF18-B788B4E2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4795" y="6053267"/>
            <a:ext cx="656315" cy="656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A0B12677-921C-C774-0020-0C2E5207ACC4}"/>
              </a:ext>
            </a:extLst>
          </p:cNvPr>
          <p:cNvCxnSpPr>
            <a:cxnSpLocks/>
          </p:cNvCxnSpPr>
          <p:nvPr/>
        </p:nvCxnSpPr>
        <p:spPr>
          <a:xfrm>
            <a:off x="7807119" y="1415321"/>
            <a:ext cx="643457" cy="0"/>
          </a:xfrm>
          <a:prstGeom prst="straightConnector1">
            <a:avLst/>
          </a:prstGeom>
          <a:ln w="9842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A635BECC-179C-95C3-76C4-AA0F34CEB3D1}"/>
              </a:ext>
            </a:extLst>
          </p:cNvPr>
          <p:cNvCxnSpPr>
            <a:cxnSpLocks/>
          </p:cNvCxnSpPr>
          <p:nvPr/>
        </p:nvCxnSpPr>
        <p:spPr>
          <a:xfrm>
            <a:off x="7807118" y="2714051"/>
            <a:ext cx="643457" cy="0"/>
          </a:xfrm>
          <a:prstGeom prst="straightConnector1">
            <a:avLst/>
          </a:prstGeom>
          <a:ln w="9842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62" name="Picture 38" descr="Using ASP.NET Core Razor Views from a Class Library - CodeOpinion">
            <a:extLst>
              <a:ext uri="{FF2B5EF4-FFF2-40B4-BE49-F238E27FC236}">
                <a16:creationId xmlns:a16="http://schemas.microsoft.com/office/drawing/2014/main" id="{A2483D8E-BB01-A9B8-AE73-74601C20F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3868" y="1935815"/>
            <a:ext cx="764172" cy="764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38" descr="Using ASP.NET Core Razor Views from a Class Library - CodeOpinion">
            <a:extLst>
              <a:ext uri="{FF2B5EF4-FFF2-40B4-BE49-F238E27FC236}">
                <a16:creationId xmlns:a16="http://schemas.microsoft.com/office/drawing/2014/main" id="{04FBD791-7627-75A7-E213-35B69B3CF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9124" y="2839730"/>
            <a:ext cx="764172" cy="764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hteck 25">
            <a:extLst>
              <a:ext uri="{FF2B5EF4-FFF2-40B4-BE49-F238E27FC236}">
                <a16:creationId xmlns:a16="http://schemas.microsoft.com/office/drawing/2014/main" id="{4A06DF24-45B8-8865-9309-3898C9531EBD}"/>
              </a:ext>
            </a:extLst>
          </p:cNvPr>
          <p:cNvSpPr/>
          <p:nvPr/>
        </p:nvSpPr>
        <p:spPr>
          <a:xfrm>
            <a:off x="1956262" y="110837"/>
            <a:ext cx="8798098" cy="6676285"/>
          </a:xfrm>
          <a:prstGeom prst="rect">
            <a:avLst/>
          </a:prstGeom>
          <a:noFill/>
          <a:ln w="60325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25C39E09-4D05-C07B-FD46-D89569F8D03C}"/>
              </a:ext>
            </a:extLst>
          </p:cNvPr>
          <p:cNvCxnSpPr>
            <a:cxnSpLocks/>
          </p:cNvCxnSpPr>
          <p:nvPr/>
        </p:nvCxnSpPr>
        <p:spPr>
          <a:xfrm>
            <a:off x="1757956" y="2845489"/>
            <a:ext cx="652571" cy="0"/>
          </a:xfrm>
          <a:prstGeom prst="straightConnector1">
            <a:avLst/>
          </a:prstGeom>
          <a:ln w="9842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94E1E94B-B784-786F-9384-2D143CE97BC6}"/>
              </a:ext>
            </a:extLst>
          </p:cNvPr>
          <p:cNvCxnSpPr>
            <a:cxnSpLocks/>
          </p:cNvCxnSpPr>
          <p:nvPr/>
        </p:nvCxnSpPr>
        <p:spPr>
          <a:xfrm flipV="1">
            <a:off x="6597054" y="3167149"/>
            <a:ext cx="0" cy="530054"/>
          </a:xfrm>
          <a:prstGeom prst="straightConnector1">
            <a:avLst/>
          </a:prstGeom>
          <a:ln w="9842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70F7C0FC-B479-4D9D-A4E8-D2D305FD9555}"/>
              </a:ext>
            </a:extLst>
          </p:cNvPr>
          <p:cNvCxnSpPr>
            <a:cxnSpLocks/>
          </p:cNvCxnSpPr>
          <p:nvPr/>
        </p:nvCxnSpPr>
        <p:spPr>
          <a:xfrm rot="-900000">
            <a:off x="7795968" y="3828592"/>
            <a:ext cx="654433" cy="0"/>
          </a:xfrm>
          <a:prstGeom prst="straightConnector1">
            <a:avLst/>
          </a:prstGeom>
          <a:ln w="9842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E5A873E1-1E06-9ECE-038C-2097EE052A4E}"/>
              </a:ext>
            </a:extLst>
          </p:cNvPr>
          <p:cNvCxnSpPr>
            <a:cxnSpLocks/>
          </p:cNvCxnSpPr>
          <p:nvPr/>
        </p:nvCxnSpPr>
        <p:spPr>
          <a:xfrm>
            <a:off x="7801097" y="5352701"/>
            <a:ext cx="632309" cy="17849"/>
          </a:xfrm>
          <a:prstGeom prst="straightConnector1">
            <a:avLst/>
          </a:prstGeom>
          <a:ln w="9842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2" name="Picture 4">
            <a:extLst>
              <a:ext uri="{FF2B5EF4-FFF2-40B4-BE49-F238E27FC236}">
                <a16:creationId xmlns:a16="http://schemas.microsoft.com/office/drawing/2014/main" id="{19A7D2A5-46CE-0E63-8E00-2971940D2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770" y="3235067"/>
            <a:ext cx="319654" cy="319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Zylinder 36">
            <a:extLst>
              <a:ext uri="{FF2B5EF4-FFF2-40B4-BE49-F238E27FC236}">
                <a16:creationId xmlns:a16="http://schemas.microsoft.com/office/drawing/2014/main" id="{4D40F3A8-D7D7-921C-A706-A3F60455E2B0}"/>
              </a:ext>
            </a:extLst>
          </p:cNvPr>
          <p:cNvSpPr/>
          <p:nvPr/>
        </p:nvSpPr>
        <p:spPr>
          <a:xfrm>
            <a:off x="8178632" y="4168356"/>
            <a:ext cx="267779" cy="897433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" name="Rechteck: abgerundete Ecken 37">
            <a:extLst>
              <a:ext uri="{FF2B5EF4-FFF2-40B4-BE49-F238E27FC236}">
                <a16:creationId xmlns:a16="http://schemas.microsoft.com/office/drawing/2014/main" id="{8D6BE494-6789-A1D8-1023-BBAF68F5AE71}"/>
              </a:ext>
            </a:extLst>
          </p:cNvPr>
          <p:cNvSpPr/>
          <p:nvPr/>
        </p:nvSpPr>
        <p:spPr>
          <a:xfrm>
            <a:off x="5286199" y="4803702"/>
            <a:ext cx="2457450" cy="893966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         </a:t>
            </a:r>
            <a:r>
              <a:rPr lang="en-US" b="1" dirty="0" err="1">
                <a:solidFill>
                  <a:schemeClr val="tx1"/>
                </a:solidFill>
              </a:rPr>
              <a:t>MessageService</a:t>
            </a:r>
            <a:endParaRPr lang="de-CH" b="1" dirty="0">
              <a:solidFill>
                <a:schemeClr val="tx1"/>
              </a:solidFill>
            </a:endParaRPr>
          </a:p>
        </p:txBody>
      </p:sp>
      <p:pic>
        <p:nvPicPr>
          <p:cNvPr id="40" name="Picture 14" descr="Microservice - Free web icons">
            <a:extLst>
              <a:ext uri="{FF2B5EF4-FFF2-40B4-BE49-F238E27FC236}">
                <a16:creationId xmlns:a16="http://schemas.microsoft.com/office/drawing/2014/main" id="{8D182E14-16E2-EEE7-55A8-29DF1BC2C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199" y="4895085"/>
            <a:ext cx="71120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0570DE21-5DA1-4EA9-EA3A-70F65FBB13BC}"/>
              </a:ext>
            </a:extLst>
          </p:cNvPr>
          <p:cNvCxnSpPr>
            <a:cxnSpLocks/>
          </p:cNvCxnSpPr>
          <p:nvPr/>
        </p:nvCxnSpPr>
        <p:spPr>
          <a:xfrm flipV="1">
            <a:off x="7795136" y="4363556"/>
            <a:ext cx="385914" cy="13342"/>
          </a:xfrm>
          <a:prstGeom prst="straightConnector1">
            <a:avLst/>
          </a:prstGeom>
          <a:ln w="9842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FF89FDAC-D32D-756B-5848-9150D43DE95D}"/>
              </a:ext>
            </a:extLst>
          </p:cNvPr>
          <p:cNvCxnSpPr>
            <a:cxnSpLocks/>
          </p:cNvCxnSpPr>
          <p:nvPr/>
        </p:nvCxnSpPr>
        <p:spPr>
          <a:xfrm flipH="1">
            <a:off x="7757586" y="5007178"/>
            <a:ext cx="369559" cy="7592"/>
          </a:xfrm>
          <a:prstGeom prst="straightConnector1">
            <a:avLst/>
          </a:prstGeom>
          <a:ln w="9842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feld 45">
            <a:extLst>
              <a:ext uri="{FF2B5EF4-FFF2-40B4-BE49-F238E27FC236}">
                <a16:creationId xmlns:a16="http://schemas.microsoft.com/office/drawing/2014/main" id="{9A9CCC63-A613-FBBD-C348-1E5BCB811572}"/>
              </a:ext>
            </a:extLst>
          </p:cNvPr>
          <p:cNvSpPr txBox="1"/>
          <p:nvPr/>
        </p:nvSpPr>
        <p:spPr>
          <a:xfrm>
            <a:off x="5052353" y="129323"/>
            <a:ext cx="28705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Microservices</a:t>
            </a:r>
            <a:endParaRPr lang="de-CH" sz="3200" b="1" dirty="0"/>
          </a:p>
        </p:txBody>
      </p:sp>
    </p:spTree>
    <p:extLst>
      <p:ext uri="{BB962C8B-B14F-4D97-AF65-F5344CB8AC3E}">
        <p14:creationId xmlns:p14="http://schemas.microsoft.com/office/powerpoint/2010/main" val="3971579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Breitbild</PresentationFormat>
  <Paragraphs>14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Lukas Müller</dc:creator>
  <cp:lastModifiedBy>Lukas Müller</cp:lastModifiedBy>
  <cp:revision>1</cp:revision>
  <dcterms:created xsi:type="dcterms:W3CDTF">2025-03-15T19:30:28Z</dcterms:created>
  <dcterms:modified xsi:type="dcterms:W3CDTF">2025-03-15T20:35:57Z</dcterms:modified>
</cp:coreProperties>
</file>